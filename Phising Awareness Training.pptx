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3"/>
    </p:embeddedFont>
    <p:embeddedFont>
      <p:font typeface="Unbounded Bold" panose="020B0604020202020204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71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123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0746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835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1223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5537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03705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7395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7424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3639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9836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5597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624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448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581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542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5101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388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91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5661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303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87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36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Phishing Awareness Training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CodeAlpha Cyber Security Internship Project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by:  P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Subham Rao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95176"/>
            <a:ext cx="44306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Is Phishing?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350764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is a cyber attack where hackers use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fake emails, websites, messages, or phone calls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trick victims into revealing sensitive information — including passwords, banking details, OTPs, and usernames.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417490"/>
            <a:ext cx="2290465" cy="1057945"/>
          </a:xfrm>
          <a:prstGeom prst="roundRect">
            <a:avLst>
              <a:gd name="adj" fmla="val 562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1640" y="2564011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🎣</a:t>
            </a: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Deceptive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875285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Disguised as trusted brands, banks, or colleagues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417490"/>
            <a:ext cx="2290539" cy="1057945"/>
          </a:xfrm>
          <a:prstGeom prst="roundRect">
            <a:avLst>
              <a:gd name="adj" fmla="val 562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3863" y="2564011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⚡</a:t>
            </a: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Fast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2875285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Attacks happen in seconds — often before you react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617193"/>
            <a:ext cx="4722763" cy="831131"/>
          </a:xfrm>
          <a:prstGeom prst="roundRect">
            <a:avLst>
              <a:gd name="adj" fmla="val 716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1640" y="3763714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💸</a:t>
            </a: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Costly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407498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causes billions in losses globally every year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4809158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Types of Phishing Attacks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takes many forms. Knowing each type helps you recognize and avoid them.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06392" y="2276475"/>
            <a:ext cx="315270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Stay Alert Across Every Channel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706392" y="2522265"/>
            <a:ext cx="3538463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Attackers don't limit themselves to email. They exploit </a:t>
            </a:r>
            <a:r>
              <a:rPr lang="en-US" sz="8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messages, phone calls, social media, and fake websites</a:t>
            </a: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reach you wherever you are most vulnerable.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706392" y="3058418"/>
            <a:ext cx="3538463" cy="528786"/>
          </a:xfrm>
          <a:prstGeom prst="roundRect">
            <a:avLst>
              <a:gd name="adj" fmla="val 8445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655" y="3212529"/>
            <a:ext cx="132904" cy="1062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51822" y="3164681"/>
            <a:ext cx="308677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 90% of cyber attacks begin with a phishing email — but smishing and vishing are rapidly growing threats.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86953"/>
            <a:ext cx="696560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How a Phishing Attack Unfolds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1066800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phishing attack follows a predictable pattern. Understanding the steps helps you break the chain before damage is done.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68" y="1422797"/>
            <a:ext cx="7935590" cy="29777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16012" y="3447105"/>
            <a:ext cx="1196906" cy="691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Enter Credentials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507583" y="3562389"/>
            <a:ext cx="1196906" cy="46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Fake Login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07351" y="3677673"/>
            <a:ext cx="1196906" cy="23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Click Link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507119" y="3677673"/>
            <a:ext cx="1196906" cy="23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Delivery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74096" y="3562389"/>
            <a:ext cx="1196906" cy="46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Fake Message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72901" y="4545434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entire attack can take </a:t>
            </a: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 60 seconds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Spotting the warning signs at any step can stop it completely.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91418"/>
            <a:ext cx="584120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Spotting a Phishing Email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375568" y="1006897"/>
            <a:ext cx="4555331" cy="3745111"/>
          </a:xfrm>
          <a:prstGeom prst="roundRect">
            <a:avLst>
              <a:gd name="adj" fmla="val 2598"/>
            </a:avLst>
          </a:prstGeom>
          <a:solidFill>
            <a:srgbClr val="192248"/>
          </a:solidFill>
          <a:ln/>
        </p:spPr>
      </p:sp>
      <p:sp>
        <p:nvSpPr>
          <p:cNvPr id="4" name="Text 2"/>
          <p:cNvSpPr/>
          <p:nvPr/>
        </p:nvSpPr>
        <p:spPr>
          <a:xfrm>
            <a:off x="510629" y="1135633"/>
            <a:ext cx="3188568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⚠️</a:t>
            </a:r>
            <a:r>
              <a:rPr lang="en-US" sz="13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Example Phishing Email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10629" y="1480245"/>
            <a:ext cx="4285208" cy="107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Subject:</a:t>
            </a: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URGENT: Your Bank Account Will Be Suspended!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From:</a:t>
            </a: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support@paypa1-secure.com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"Click here immediately to verify your account or it will be suspended within 24 hours."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167982" y="1135633"/>
            <a:ext cx="2248942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🔍</a:t>
            </a: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Warning Signs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8658" y="1503052"/>
            <a:ext cx="202629" cy="2026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07025" y="1496392"/>
            <a:ext cx="30688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Suspicious sender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look-alike email addresses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8658" y="2172630"/>
            <a:ext cx="202629" cy="2026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07025" y="2165970"/>
            <a:ext cx="30688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Urgency tactics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pressure to act fast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8658" y="2842208"/>
            <a:ext cx="202629" cy="2026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07025" y="2835548"/>
            <a:ext cx="306883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Grammar errors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poor spelling or awkward phrasing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8658" y="3521980"/>
            <a:ext cx="202629" cy="2026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07025" y="3515320"/>
            <a:ext cx="30688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Unknown links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hover before clicking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8658" y="4191558"/>
            <a:ext cx="202629" cy="2026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607025" y="4184898"/>
            <a:ext cx="306883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Requests for personal data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banks never ask via email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1236"/>
            <a:ext cx="547776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 vs. Fake Websites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0774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Attackers clone legitimate websites to steal your credentials. Always check the URL before entering any information.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1594024"/>
            <a:ext cx="4107135" cy="3068166"/>
          </a:xfrm>
          <a:prstGeom prst="roundRect">
            <a:avLst>
              <a:gd name="adj" fmla="val 3327"/>
            </a:avLst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535781" y="1735782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✅ Real Website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5781" y="2103760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www.google.com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5781" y="2458120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Correct spelling and domain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 encryption enabled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 branding and design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Trusted SSL certificate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735782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❌</a:t>
            </a: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Fake Website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10376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www.g00gle-login-security.com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245812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Misspelled or substituted characters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 words like "login" or "secure"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 lack HTTPS or show warnings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to mimic the real site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49701" y="3673525"/>
            <a:ext cx="3902943" cy="829196"/>
          </a:xfrm>
          <a:prstGeom prst="roundRect">
            <a:avLst>
              <a:gd name="adj" fmla="val 7181"/>
            </a:avLst>
          </a:prstGeom>
          <a:solidFill>
            <a:srgbClr val="FCF2B5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3893344"/>
            <a:ext cx="177180" cy="1417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10398" y="385070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Attackers register look-alike domains to deceive users. Always type URLs manually.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1771"/>
            <a:ext cx="59147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Prevention &amp; Safety Tips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38275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486942"/>
            <a:ext cx="19140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Verify the Sender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1793453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email addresses carefully — attackers use look-alike domains.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438275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1486942"/>
            <a:ext cx="25297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Avoid Suspicious Links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1793453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Hover over links to preview the URL before clicking.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30599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2579266"/>
            <a:ext cx="25379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Use Strong Passwords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2885777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unique, complex passwords for every account.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530599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25792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Enable 2FA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2885777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Two-Factor Authentication adds a second layer of protection.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622923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6816" y="3671590"/>
            <a:ext cx="267734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Keep Software Updated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56816" y="3978101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Updates patch vulnerabilities that attackers exploit.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622923"/>
            <a:ext cx="283518" cy="283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21250" y="3671590"/>
            <a:ext cx="22811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Check Website URLs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121250" y="3978101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Always verify the domain name before entering credentials.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5906"/>
            <a:ext cx="81461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Case Study: PayPal Phishing Scam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14079"/>
            <a:ext cx="3478039" cy="1970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1263253"/>
            <a:ext cx="22784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Happened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324796" y="1626468"/>
            <a:ext cx="43277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Attackers sent emails impersonating PayPal, claiming accounts were "limited" or "suspended." The emails contained links to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convincing fake login pages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 captured real credentials.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324796" y="244866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Impact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24796" y="2811884"/>
            <a:ext cx="432777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Thousands of users had accounts compromised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losses and identity theft reported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PayPal's brand reputation was exploited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24796" y="373320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Lesson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324796" y="4096420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PayPal </a:t>
            </a: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never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asks for your password via email. Always navigate to the official site directly — never through email links.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516359"/>
            <a:ext cx="5309071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Quick Awareness Quiz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227162"/>
            <a:ext cx="8624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your knowledge before you go.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379" y="1603102"/>
            <a:ext cx="2630835" cy="23390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0081" y="1707728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6956" y="2161282"/>
            <a:ext cx="195121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is phishing?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6956" y="2461692"/>
            <a:ext cx="231368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cyber attack using fake communications to steal sensitive information like passwords and banking details.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583" y="1603102"/>
            <a:ext cx="2630835" cy="23390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8284" y="1707728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415159" y="2161282"/>
            <a:ext cx="2313682" cy="6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Should you trust urgent emails asking for passwords?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15159" y="2897758"/>
            <a:ext cx="231368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No.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Legitimate organizations never request passwords via email. Urgency is a common phishing tactic.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786" y="1603102"/>
            <a:ext cx="2630835" cy="23390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56487" y="1707728"/>
            <a:ext cx="167432" cy="209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183362" y="2161282"/>
            <a:ext cx="231368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does 2FA mean?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183362" y="2679725"/>
            <a:ext cx="231368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Two-Factor Authentication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 second verification step (like a code sent to your phone) that protects your account.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97706" y="4251127"/>
            <a:ext cx="84151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"Cybersecurity awareness is the </a:t>
            </a: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line of defense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against phishing attacks."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8379" y="4096643"/>
            <a:ext cx="19050" cy="530423"/>
          </a:xfrm>
          <a:prstGeom prst="rect">
            <a:avLst/>
          </a:prstGeom>
          <a:solidFill>
            <a:srgbClr val="26A68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53963"/>
            <a:ext cx="51799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Thank You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3925119" y="157795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Stay vigilant. Stay secure. Share what you've learned.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1964234"/>
            <a:ext cx="4722763" cy="1652736"/>
          </a:xfrm>
          <a:prstGeom prst="roundRect">
            <a:avLst>
              <a:gd name="adj" fmla="val 3603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9881" y="1968996"/>
            <a:ext cx="2356619" cy="821606"/>
          </a:xfrm>
          <a:prstGeom prst="roundRect">
            <a:avLst>
              <a:gd name="adj" fmla="val 7247"/>
            </a:avLst>
          </a:prstGeom>
          <a:solidFill>
            <a:srgbClr val="D6F5EE"/>
          </a:solidFill>
          <a:ln/>
        </p:spPr>
      </p:sp>
      <p:sp>
        <p:nvSpPr>
          <p:cNvPr id="7" name="Text 4"/>
          <p:cNvSpPr/>
          <p:nvPr/>
        </p:nvSpPr>
        <p:spPr>
          <a:xfrm>
            <a:off x="4071640" y="2110755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🎣</a:t>
            </a: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Recognize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71640" y="2422029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 the signs of phishing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86500" y="1968996"/>
            <a:ext cx="2356619" cy="821606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1968996"/>
            <a:ext cx="19050" cy="821606"/>
          </a:xfrm>
          <a:prstGeom prst="roundRect">
            <a:avLst>
              <a:gd name="adj" fmla="val 312558"/>
            </a:avLst>
          </a:prstGeom>
          <a:solidFill>
            <a:srgbClr val="BCDBD4"/>
          </a:solidFill>
          <a:ln/>
        </p:spPr>
      </p:sp>
      <p:sp>
        <p:nvSpPr>
          <p:cNvPr id="11" name="Text 8"/>
          <p:cNvSpPr/>
          <p:nvPr/>
        </p:nvSpPr>
        <p:spPr>
          <a:xfrm>
            <a:off x="6428259" y="2110755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🛡️</a:t>
            </a: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Protect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8259" y="2422029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best practices daily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9881" y="2790602"/>
            <a:ext cx="4713238" cy="821606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4" name="Shape 11"/>
          <p:cNvSpPr/>
          <p:nvPr/>
        </p:nvSpPr>
        <p:spPr>
          <a:xfrm>
            <a:off x="3929881" y="2790602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BCDBD4"/>
          </a:solidFill>
          <a:ln/>
        </p:spPr>
      </p:sp>
      <p:sp>
        <p:nvSpPr>
          <p:cNvPr id="15" name="Text 12"/>
          <p:cNvSpPr/>
          <p:nvPr/>
        </p:nvSpPr>
        <p:spPr>
          <a:xfrm>
            <a:off x="4071640" y="2932361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📢</a:t>
            </a: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Educate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71640" y="3243635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awareness with others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925119" y="377643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CodeAlpha Cyber Security Internship Project</a:t>
            </a: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Prepared by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 Subham Rao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Phishing-Awareness-Training</Template>
  <TotalTime>0</TotalTime>
  <Words>700</Words>
  <Application>Microsoft Office PowerPoint</Application>
  <PresentationFormat>On-screen Show (16:9)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Calibri Light</vt:lpstr>
      <vt:lpstr>Open Sans</vt:lpstr>
      <vt:lpstr>Unbounded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Prince Subham Rao</dc:creator>
  <cp:lastModifiedBy>Prince Subham Rao</cp:lastModifiedBy>
  <cp:revision>1</cp:revision>
  <dcterms:created xsi:type="dcterms:W3CDTF">2026-06-03T17:04:47Z</dcterms:created>
  <dcterms:modified xsi:type="dcterms:W3CDTF">2026-06-03T17:14:50Z</dcterms:modified>
</cp:coreProperties>
</file>